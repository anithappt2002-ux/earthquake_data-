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Earthquake Data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Anitha Karthik</a:t>
            </a:r>
          </a:p>
          <a:p>
            <a:r>
              <a:t>Data Science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Analysis of historical earthquake data</a:t>
            </a:r>
          </a:p>
          <a:p>
            <a:r>
              <a:t>Identify patterns, trends, and risk areas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Frequency over time</a:t>
            </a:r>
          </a:p>
          <a:p>
            <a:r>
              <a:t>• High-risk regions</a:t>
            </a:r>
          </a:p>
          <a:p>
            <a:r>
              <a:t>• Magnitude &amp; depth analysis</a:t>
            </a:r>
          </a:p>
          <a:p>
            <a:r>
              <a:t>• Disaster preparedness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Includes Date, Location, Magnitude, Depth</a:t>
            </a:r>
          </a:p>
          <a:p>
            <a:r>
              <a:t>Source: NOAA dataset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&amp;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Python, Pandas, NumPy</a:t>
            </a:r>
          </a:p>
          <a:p>
            <a:r>
              <a:t>Matplotlib, Seaborn</a:t>
            </a:r>
          </a:p>
          <a:p>
            <a:r>
              <a:t>MySQL (optional)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Removed nulls</a:t>
            </a:r>
          </a:p>
          <a:p>
            <a:r>
              <a:t>Converted date format</a:t>
            </a:r>
          </a:p>
          <a:p>
            <a:r>
              <a:t>Filtered invalid values</a:t>
            </a:r>
          </a:p>
          <a:p>
            <a:r>
              <a:t>Handled outliers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Year-wise trends</a:t>
            </a:r>
          </a:p>
          <a:p>
            <a:r>
              <a:t>Region-wise frequency</a:t>
            </a:r>
          </a:p>
          <a:p>
            <a:r>
              <a:t>Magnitude distribution</a:t>
            </a:r>
          </a:p>
          <a:p>
            <a:r>
              <a:t>Depth vs magnitude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Line charts</a:t>
            </a:r>
          </a:p>
          <a:p>
            <a:r>
              <a:t>Histogram</a:t>
            </a:r>
          </a:p>
          <a:p>
            <a:r>
              <a:t>Scatter plots</a:t>
            </a:r>
          </a:p>
          <a:p>
            <a:r>
              <a:t>Heatmaps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Tectonic zones = high activity</a:t>
            </a:r>
          </a:p>
          <a:p>
            <a:r>
              <a:t>High magnitude = rare</a:t>
            </a:r>
          </a:p>
          <a:p>
            <a:r>
              <a:t>Depth impacts damage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Stored in MySQL using SQLAlchemy</a:t>
            </a:r>
          </a:p>
          <a:p>
            <a:r>
              <a:t>Supports scalable analysis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ML prediction</a:t>
            </a:r>
          </a:p>
          <a:p>
            <a:r>
              <a:t>Real-time data</a:t>
            </a:r>
          </a:p>
          <a:p>
            <a:r>
              <a:t>Dashboards</a:t>
            </a:r>
          </a:p>
          <a:p>
            <a:r>
              <a:t>Alert systems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helps understand earthquakes</a:t>
            </a:r>
          </a:p>
          <a:p>
            <a:r>
              <a:t>Improves preparedness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